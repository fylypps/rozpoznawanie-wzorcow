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/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85522" autoAdjust="0"/>
  </p:normalViewPr>
  <p:slideViewPr>
    <p:cSldViewPr snapToGrid="0">
      <p:cViewPr varScale="1">
        <p:scale>
          <a:sx n="81" d="100"/>
          <a:sy n="81" d="100"/>
        </p:scale>
        <p:origin x="471" y="42"/>
      </p:cViewPr>
      <p:guideLst/>
    </p:cSldViewPr>
  </p:slideViewPr>
  <p:outlineViewPr>
    <p:cViewPr>
      <p:scale>
        <a:sx n="33" d="100"/>
        <a:sy n="33" d="100"/>
      </p:scale>
      <p:origin x="0" y="-42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3354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80C69-E2FB-44D7-8358-0A30A9D0DDA7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5AD6D-ABC3-43C3-8673-B926A00C8D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88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51621F-BC41-4363-B3E9-913F0F26D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35E59BB-D807-48A1-830E-3B2CFAA1D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C1353AD-D099-47DE-BC9B-6B1DC60A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350A8AD-EADA-4F4D-A36D-C9B38559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F65DEC3-C50E-445E-8BD9-441A0F6A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821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4C4424-8AC8-48E2-956A-619B138A9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54336A1-CE0E-4322-B5EA-67D1AB242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335FC17-EE17-4AD6-8747-6BD2D8C9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C85326-5797-4620-9738-5D4A6529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60B381A-DE8D-4179-A91D-54038F6E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519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79372-5CEC-4B91-94D0-F8C789D7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A09E1C-98BC-435E-A5AA-9470A1C01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60DFBDF-2099-4752-815A-2D42B203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8374F6F-C501-4502-8DD6-306D58E7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A69F92-E966-42E0-953D-9DB0F0E1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5113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F7BF28-56E2-423C-A4C0-5BBA87670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6EC7F5D-8D73-4092-9C6B-10456F5EF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512C6FE-3157-40AF-8663-0F3CA4A5F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6588630-51D2-4F29-AE4B-E466EDB8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C455D2E-BC9E-4DEF-A04A-32728422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A19CE8B-8063-4A93-8BF3-77A70A29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6160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CB19F0-79FB-42CF-A571-28FFE992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66DE458-3AE6-48BB-81CB-6579893E9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DA9BEA7-6A8F-4F16-8708-8BBF2442F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DFCC8D5-63F5-4A58-9A11-C278C7508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17E5A4C-E9B7-416B-93F7-450EE7946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C1D1CF9-5F92-4D4D-BDF0-6431DF5E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03DFA6D-1D5F-4E1B-984B-C56718E4C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DF51510-C18B-4504-A905-12CD4ABB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718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8F4EB0-CAA3-48C0-84F1-076708AE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5E62AAA4-0C49-4483-9034-510A0D8D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A121BE8-AA11-4E5D-BBB8-F09A6BA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9AC36DC-9312-4EC1-B554-AC3A4D9A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8067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7D49DD-7DA6-46D5-9B27-C9A2E587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2A157AF-1C36-4AF4-8BFC-84229CA4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29F72BE-C431-4E80-9508-B52DC78E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402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959610-931F-4E9E-BE8D-99793B6D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48AFD5-4E64-4A0B-80E0-88001F8CC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4966472-B516-41A3-BF48-CBAF37EF8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C6F0026-763D-4C2D-BA02-D17AC689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6845BB0-9C16-4509-885C-FF4A55332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5487F2-8F9B-480D-A192-EA66D7A0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96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A9EED3-6F61-4F76-B29B-3651A6A8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EFF7FE9-8766-469D-90CE-C26A5EA3F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0DE29BB-DC51-485D-8AF3-D6DE0DAF6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1251555-0DE2-4C9B-9586-0A871C74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A3F4F44-42EB-42DE-81A1-804206263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BAF9F58-DFD4-4B61-88DB-E0B22F68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014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08337A-4D0A-4486-944A-A1BFF71C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AEAD544-DA5E-40B4-AA03-C740FAA4E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BBE7F1F-0B08-45DE-8573-19B61FB9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706BAFB-310A-4C28-B9DC-41B8528B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6B373F0-5311-40DA-A028-C781BE59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839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3A0BC13-52C2-4FC3-93A1-B199D7512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AE9CB07-FC0B-4749-9EDD-3C3D11B70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2BEE603-C27E-4A45-8FCA-722F8680B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59C484-4B0E-4B78-B25C-544223A8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D16ACA9-9DD7-4C49-8EF1-2E97F9E6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88766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3BBAFF6-56AE-4752-B511-7633E3F79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5B8703E-2AFF-40B6-9B1B-284DAB8B6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367A231-05F5-4186-A7EA-D76645C99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CDE36-CF88-4A9A-85A2-AB7FB49A9E1B}" type="datetimeFigureOut">
              <a:rPr lang="pl-PL" smtClean="0"/>
              <a:t>16.01.2026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0A3E363-BC33-4A06-85E1-2A758058E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E5839F9-974F-46D3-AA3C-93865C6C3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F05C7-5D1C-42D0-9159-89FC20249B7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23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976</Words>
  <Application>Microsoft Office PowerPoint</Application>
  <PresentationFormat>Panoramiczny</PresentationFormat>
  <Paragraphs>201</Paragraphs>
  <Slides>15</Slides>
  <Notes>15</Notes>
  <HiddenSlides>0</HiddenSlides>
  <MMClips>3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Helvetica</vt:lpstr>
      <vt:lpstr>Times New Roman</vt:lpstr>
      <vt:lpstr>Wingdings</vt:lpstr>
      <vt:lpstr>Motyw pakietu Office</vt:lpstr>
      <vt:lpstr>Prezentacja programu PowerPoint</vt:lpstr>
      <vt:lpstr>Spis treści</vt:lpstr>
      <vt:lpstr>Cel i zakres pracy</vt:lpstr>
      <vt:lpstr>Część treningowa</vt:lpstr>
      <vt:lpstr>Zestawy danych</vt:lpstr>
      <vt:lpstr>FNC-1 (Fake News Challenge)</vt:lpstr>
      <vt:lpstr>Prezentacja programu PowerPoint</vt:lpstr>
      <vt:lpstr>Prezentacja programu PowerPoint</vt:lpstr>
      <vt:lpstr>Modele</vt:lpstr>
      <vt:lpstr>Uruchomienie programu trenującego</vt:lpstr>
      <vt:lpstr>Proces uczenia </vt:lpstr>
      <vt:lpstr>Prezentacja programu PowerPoint</vt:lpstr>
      <vt:lpstr>Architektura systemu</vt:lpstr>
      <vt:lpstr>Demonstracja działania</vt:lpstr>
      <vt:lpstr>Wyniki i możliwości rozwoju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Maria Nolepa</dc:creator>
  <cp:lastModifiedBy>Filip Sejud</cp:lastModifiedBy>
  <cp:revision>30</cp:revision>
  <dcterms:created xsi:type="dcterms:W3CDTF">2025-06-12T06:17:54Z</dcterms:created>
  <dcterms:modified xsi:type="dcterms:W3CDTF">2026-01-16T14:02:33Z</dcterms:modified>
</cp:coreProperties>
</file>